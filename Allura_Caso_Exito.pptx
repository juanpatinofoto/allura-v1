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8072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61F38"/>
          </a:solidFill>
          <a:ln w="12700">
            <a:solidFill>
              <a:srgbClr val="061F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8B9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ALLURA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27432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Evolución de Allura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portal informativo a embudo de ventas premium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A3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MEDELLÍN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· LA SOLUCIÓN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1C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cambio de paradigma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27432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3749040" cy="2194560"/>
          </a:xfrm>
          <a:prstGeom prst="rect">
            <a:avLst/>
          </a:prstGeom>
          <a:solidFill>
            <a:srgbClr val="DDE4EA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Mensajes genéricos sin diferenciación
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Fricción en la navegación y CTAs agresivos
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promesa de marca clara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4023360" cy="2194560"/>
          </a:xfrm>
          <a:prstGeom prst="rect">
            <a:avLst/>
          </a:prstGeom>
          <a:solidFill>
            <a:srgbClr val="051C33"/>
          </a:solidFill>
          <a:ln w="12700">
            <a:solidFill>
              <a:srgbClr val="051C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201168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Posicionamiento Quiet Luxury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Flujo intuitivo y micro-conversiones elegantes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"Salud que inspira, viajes que transforman"
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internacional no busca un médico. Busca una experiencia en la que pueda confiar su bienestar.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· AUTORIDAD MÉDICA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paciente entiende.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paciente confía.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7432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54864" cy="411480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por intención del paciente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Makeover · Aligners · Aesthetic Medicine · Wellness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79192"/>
            <a:ext cx="54864" cy="411480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334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visual en 5 segundos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entiende la oferta completa antes del primer scroll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92424"/>
            <a:ext cx="54864" cy="411480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4670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Médico interactivo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66674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reales · Especialidades · Trayectoria visible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105656"/>
            <a:ext cx="54864" cy="411480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5993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autoridad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7997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#1 de conversión en turismo médico internacional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3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que ven el equipo médico antes de contactar convierten 3× más.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E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· CTA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1C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clic acerca. Ninguno presiona.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27432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7276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5727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57276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8138160" cy="594360"/>
          </a:xfrm>
          <a:prstGeom prst="rect">
            <a:avLst/>
          </a:prstGeom>
          <a:solidFill>
            <a:srgbClr val="DDE4EA"/>
          </a:solidFill>
          <a:ln w="6350">
            <a:solidFill>
              <a:srgbClr val="C8D4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0116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del CTA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16352" y="2011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"CONTÁCTENOS AHORA"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20116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"Quiero saber más"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8138160" cy="594360"/>
          </a:xfrm>
          <a:prstGeom prst="rect">
            <a:avLst/>
          </a:prstGeom>
          <a:solidFill>
            <a:srgbClr val="EAEEEF"/>
          </a:solidFill>
          <a:ln w="6350">
            <a:solidFill>
              <a:srgbClr val="C8D4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67004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destino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16352" y="26700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largo · alta fricción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67004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directo · un clic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55264"/>
            <a:ext cx="8138160" cy="594360"/>
          </a:xfrm>
          <a:prstGeom prst="rect">
            <a:avLst/>
          </a:prstGeom>
          <a:solidFill>
            <a:srgbClr val="DDE4EA"/>
          </a:solidFill>
          <a:ln w="6350">
            <a:solidFill>
              <a:srgbClr val="C8D4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2841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16352" y="332841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CTA genérico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332841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5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 contextuales por servicio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08736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51C33"/>
          </a:solidFill>
          <a:ln w="12700">
            <a:solidFill>
              <a:srgbClr val="051C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87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65960" y="41788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48840" y="408736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51C33"/>
          </a:solidFill>
          <a:ln w="12700">
            <a:solidFill>
              <a:srgbClr val="051C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4087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41788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94760" y="408736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51C33"/>
          </a:solidFill>
          <a:ln w="12700">
            <a:solidFill>
              <a:srgbClr val="051C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4087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Médico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41788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408736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51C33"/>
          </a:solidFill>
          <a:ln w="12700">
            <a:solidFill>
              <a:srgbClr val="051C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4087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41788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86600" y="4087368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51C33"/>
          </a:solidFill>
          <a:ln w="12700">
            <a:solidFill>
              <a:srgbClr val="051C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408736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ALLURA · PREPARADA PARA ESCALAR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Allura,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para el mundo.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8138160" cy="27432"/>
          </a:xfrm>
          <a:prstGeom prst="rect">
            <a:avLst/>
          </a:prstGeom>
          <a:solidFill>
            <a:srgbClr val="8B9FB3"/>
          </a:solidFill>
          <a:ln w="12700">
            <a:solidFill>
              <a:srgbClr val="8B9F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04288"/>
            <a:ext cx="2697480" cy="1920240"/>
          </a:xfrm>
          <a:prstGeom prst="rect">
            <a:avLst/>
          </a:prstGeom>
          <a:solidFill>
            <a:srgbClr val="0A2B4A"/>
          </a:solidFill>
          <a:ln w="9525">
            <a:solidFill>
              <a:srgbClr val="8B9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Internacional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estructurado para búsquedas en inglés y español. Metadata optimizada por servicio.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04288"/>
            <a:ext cx="2697480" cy="1920240"/>
          </a:xfrm>
          <a:prstGeom prst="rect">
            <a:avLst/>
          </a:prstGeom>
          <a:solidFill>
            <a:srgbClr val="0A2B4A"/>
          </a:solidFill>
          <a:ln w="9525">
            <a:solidFill>
              <a:srgbClr val="8B9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Absoluta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Quiet Luxury: espacios limpios, tipografía elegante, imágenes de alta calidad.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304288"/>
            <a:ext cx="2697480" cy="1920240"/>
          </a:xfrm>
          <a:prstGeom prst="rect">
            <a:avLst/>
          </a:prstGeom>
          <a:solidFill>
            <a:srgbClr val="0A2B4A"/>
          </a:solidFill>
          <a:ln w="9525">
            <a:solidFill>
              <a:srgbClr val="8B9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F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2461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modulares listos para nuevos servicios, idiomas y mercados.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3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no es un rediseño cosmético.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A3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digital sobre la cual Allura construirá su liderazgo en turismo médico de lujo.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Allura — Donde la salud se convierte en experiencia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Allura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Evolución de Allura</dc:title>
  <dc:subject>Rediseño Web — Caso de Éxito</dc:subject>
  <dc:creator>Allura Healthcare</dc:creator>
  <cp:lastModifiedBy>Allura Healthcare</cp:lastModifiedBy>
  <cp:revision>1</cp:revision>
  <dcterms:created xsi:type="dcterms:W3CDTF">2026-05-14T20:28:03Z</dcterms:created>
  <dcterms:modified xsi:type="dcterms:W3CDTF">2026-05-14T20:28:03Z</dcterms:modified>
</cp:coreProperties>
</file>